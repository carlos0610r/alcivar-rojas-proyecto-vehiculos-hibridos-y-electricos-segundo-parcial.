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71" r:id="rId9"/>
    <p:sldId id="262" r:id="rId10"/>
    <p:sldId id="27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3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0185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SIMULACIÓN DE SISTEMAS DE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VEHÍCULOS ELÉCTRICOS EN MATLAB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144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</a:rPr>
              <a:t>Modelado y Análisis del BYD Seagull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9605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</a:rPr>
              <a:t>Jimmy Alcivar | Carlos Rojas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</a:rPr>
              <a:t>Universidad Politécnica Salesiana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50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Vehículos Eléctricos e Híbridos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OBJETIVOS DEL PROYECTO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Modelado Integral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Desarrollar un modelo completo del vehículo eléctrico BYD Seagull integrando batería, motor y dinámica vehicular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Herramientas MATLAB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Utilizar Virtual Vehicle Composer, Battery Builder y Motor Control Blockset para simulación profesional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1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5661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566161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Análisis de Desempeño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1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Evaluar el comportamiento dinámico, eléctrico y energético del sistema bajo condiciones de conducción realistas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082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VEHÍCULO DE ESTUDIO: BYD SEAGULL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200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Especificaciones Técnicas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0963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Masa del vehículo: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55096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1067 kg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86829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Distancia CG - Eje frontal: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886829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1.38 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22695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Distancia CG - Eje trasero: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23676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1.12 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374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Altura del CG: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570871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0.50 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5046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Área frontal: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86453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2.25 m²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65231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Coeficiente aerodinámico: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18457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0.29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92305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Voltaje nominal batería: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50461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314 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3872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Motor PMSM: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2641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TZ180XSH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09200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Características Destacadas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196244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Vehículo 100% eléctrico urbano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37392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Batería tipo Blade con tecnología Cell-to-Pack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78540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Motor síncrono de imanes permanentes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19688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Sistema de tracción delantera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60836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Diseño aerodinámico optimizado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1606" y="4607169"/>
            <a:ext cx="822960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METODOLOGÍA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960120"/>
            <a:ext cx="7132320" cy="1188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Virtual Vehicle Composer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Creación de arquitectura vehicular y simulación de dinámica longitudinal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21169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40080" y="2321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275449"/>
            <a:ext cx="7132320" cy="1188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1554480" y="2412609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Battery Builder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824089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Diseño del paquete de baterías (2p110s) con celdas tipo Blade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1715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40080" y="36171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71600" y="3571436"/>
            <a:ext cx="7132320" cy="1188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1554480" y="370859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Motor Control Blockset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12007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Modelado del PMSM con control V/f para arranque suave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6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VIRTUAL VEHICLE COMPOSER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Arquitectura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Fuente de energía (batería)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1954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Conversión (inversor + motor PMSM)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727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Transmisión y diferencial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0511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Chasis y dinámica longitudinal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917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• Control de velocidad y par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Variables Monitoreadas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Velocidad del motor eléctrico (EMSpd)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3978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Par y potencia (EMTrq, EMPwrElec)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Voltaje y corriente de batería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2535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Estado de carga (SOC)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Temperaturas del sistema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0564"/>
            <a:ext cx="3657600" cy="3759591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212080" y="13935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BENEFICIOS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17593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Reducción del tiempo de desarrollo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21478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Parametrización rápida de subsistemas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7009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Evaluación de escenarios de conducción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31353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Análisis energético integrado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48966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✓ Validación temprana del diseño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9245ED2-D5E2-6008-33B7-2ADD4467A4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86"/>
          <a:stretch>
            <a:fillRect/>
          </a:stretch>
        </p:blipFill>
        <p:spPr bwMode="auto">
          <a:xfrm>
            <a:off x="1457432" y="482600"/>
            <a:ext cx="6229135" cy="41782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1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BATTERY BUILDER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06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Configuración de Batería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27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Configuración: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827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2p110s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1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Celdas en paralelo: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101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528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Grupos en serie: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3528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13073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Voltaje nominal: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271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314 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7684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Tipo de celda: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887393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Prismatic (Blade)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51163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Capacidad por celda: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147647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126.5 Ah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149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Energía por celda: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42196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405 Wh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411480"/>
            <a:ext cx="365760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212080" y="594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451"/>
                </a:solidFill>
              </a:rPr>
              <a:t>Desafíos y Soluciones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1051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⚠️ Limitación: Número máximo de elementos en MATLAB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1600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Solución: Configuración 2p110s adaptada para alcanzar el voltaje nominal de 314V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729132"/>
            <a:ext cx="3657600" cy="2103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212080" y="29120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Tecnología Cell-to-Pack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3692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Eliminación de módulos intermedios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6892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Mantenimiento simplificado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40092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Mayor densidad energética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3293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Reducción de costos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7A93718B-8651-4D23-D403-4DB849CC8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734" y="1588274"/>
            <a:ext cx="3971037" cy="1896170"/>
          </a:xfrm>
          <a:prstGeom prst="rect">
            <a:avLst/>
          </a:prstGeom>
          <a:noFill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857250"/>
            <a:ext cx="0" cy="3429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241A5F10-EF20-2176-D679-F305BBD2F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0362" y="1544244"/>
            <a:ext cx="3971037" cy="2055011"/>
          </a:xfrm>
          <a:prstGeom prst="rect">
            <a:avLst/>
          </a:prstGeom>
          <a:noFill/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DD2A18B-A5C2-196C-DFDC-3C5D428F1CBE}"/>
              </a:ext>
            </a:extLst>
          </p:cNvPr>
          <p:cNvSpPr/>
          <p:nvPr/>
        </p:nvSpPr>
        <p:spPr>
          <a:xfrm>
            <a:off x="3152391" y="4286250"/>
            <a:ext cx="2863284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Voltaje nominal batería-SOC y Corriente de carga</a:t>
            </a:r>
          </a:p>
        </p:txBody>
      </p:sp>
    </p:spTree>
    <p:extLst>
      <p:ext uri="{BB962C8B-B14F-4D97-AF65-F5344CB8AC3E}">
        <p14:creationId xmlns:p14="http://schemas.microsoft.com/office/powerpoint/2010/main" val="231780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MOTOR CONTROL BLOCKSET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582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451"/>
                </a:solidFill>
              </a:rPr>
              <a:t>Motor PMSM TZ180XSH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7697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Pares de polos: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7697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440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Inercia rotacional: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206865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0.09 kg·m²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183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Resistencia estator: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350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0.013 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383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Inductancia eje 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639099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150 µH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3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Inductancia eje Q: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95632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250 µH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9846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Flujo magnético: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19846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0.175 Wb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9564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Voltaje nominal: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887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400 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088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Velocidad nominal: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8088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9600 RPM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275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Par de carga: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0838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135 Nm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2" y="1005840"/>
            <a:ext cx="3657600" cy="2145323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212082" y="113596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 V/f (Voltaje/Frecuencia)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2" y="15404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Estrategia de lazo abierto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2" y="18147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Arranque suave del motor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2" y="208131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Relación V/f constante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2" y="233277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Prevención de sobrecorrientes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2" y="25842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Adecuado para estudios preliminares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2" y="3200400"/>
            <a:ext cx="3657600" cy="164592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212082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Ventajas del PMSM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2" y="3749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Alta densidad de potencia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Eficiencia elevada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Respuesta dinámica excelente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9F034EA2-DF63-8017-2ECF-9B6560373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27" y="77547"/>
            <a:ext cx="7996744" cy="4178299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AFCD4F-9652-D8E8-0997-674DC69D59A3}"/>
              </a:ext>
            </a:extLst>
          </p:cNvPr>
          <p:cNvSpPr/>
          <p:nvPr/>
        </p:nvSpPr>
        <p:spPr>
          <a:xfrm>
            <a:off x="3336812" y="4413208"/>
            <a:ext cx="2677336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Velocidad de motor a revoluciones nominales</a:t>
            </a:r>
            <a:endParaRPr lang="es-ES" sz="1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70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RESULTADOS DE LA SIMULACIÓN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44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451"/>
                </a:solidFill>
              </a:rPr>
              <a:t>Dinámica del Vehículo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0524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Comportamiento coherente en aceleración y frenado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4966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Respuesta adecuada del motor a demanda de par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2398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Transitorios claramente identificables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41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451"/>
                </a:solidFill>
              </a:rPr>
              <a:t>Sistema de Batería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3681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Caída de voltaje consistente con aumento de corriente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1860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SOC con disminución progresiva esperada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8919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Temperatura estable durante la simulación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43959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451"/>
                </a:solidFill>
              </a:rPr>
              <a:t>Motor Eléctrico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6399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Control V/f efectivo para arranque suave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13831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Relación par-velocidad-potencia coherente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41263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✓ Respuesta dinámica adecuada a cambios de carga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ANÁLISIS Y VALIDACIÓN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Consistencia del Modelo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Variables eléctricas coherentes con mecánicas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059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Interacción batería-inversor-motor validada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Comportamiento energético físicamente consistente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7591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Respuesta térmica dentro de lo esperado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4451"/>
                </a:solidFill>
              </a:rPr>
              <a:t>Limitaciones Identificadas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6230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Configuración de batería adaptada por restricciones de software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94573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Modelo térmico simplificado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20599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Control en lazo abierto (V/f básico)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5286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• Datos limitados en ficha técnica del fabricante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58843"/>
            <a:ext cx="8229600" cy="1558877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40080" y="3154681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VALIDACIÓN DE RESULTADOS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1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Los resultados obtenidos demuestran la utilidad de MATLAB-Simulink como plataforma confiable para análisis preliminar y validación temprana de sistemas de propulsión eléctrica, permitiendo el dimensionamiento y evaluación de componentes antes de la implementación física.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Virtual Vehicle Composer facilita la integración estructurada de subsistemas del EV, permitiendo análisis simultáneo de variables mecánicas, eléctricas y energéticas con coherencia física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Battery Builder, pese a limitaciones de software, permitió modelar un paquete de baterías funcional alcanzando el voltaje nominal requerido mediante configuración 2p110s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784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40080" y="2578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57878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El modelado del PMSM con control V/f demostró ser efectivo para estudios preliminares, permitiendo evaluar la interacción entre parámetros del motor, inversor y estrategia de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4436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40080" y="324436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24436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MATLAB-Simulink se confirma como plataforma robusta para dimensionamiento y validación temprana de sistemas de propulsión eléctrica, reduciendo tiempos y costos de desarrollo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TRABAJOS FUTUROS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Control Avanzado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Implementar control vectorial FOC para mejor desempeño dinámico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Modelo Térmico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Desarrollar modelo térmico detallado de batería y motor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Regeneración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Incorporar sistema de frenado regenerativo completo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93192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9834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3212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Optimización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Optimización de parámetros para máxima eficiencia energética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393192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9834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3212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451"/>
                </a:solidFill>
              </a:rPr>
              <a:t>Validación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Comparación con datos experimentales de vehículo real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REFERENCIAS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5003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[1] MathWorks, Motor Control Blockset™ User's Guide, Natick, MA, USA: The MathWorks, Inc., 2024.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[2] MathWorks, Simscape Electrical™ Documentation, Natick, MA, USA: The MathWorks, Inc., 2024.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5341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[3] BYD Company Ltd., BYD Seagull Technical Specifications, 2024.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3324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[4] Virtual Vehicle Composer Documentation, MathWorks, 2024.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7175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[5] Battery Builder User Guide, MathWorks Simscape Battery, 2024.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949</Words>
  <Application>Microsoft Office PowerPoint</Application>
  <PresentationFormat>Presentación en pantalla (16:9)</PresentationFormat>
  <Paragraphs>194</Paragraphs>
  <Slides>15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de Sistemas de Vehículos Eléctricos en MATLAB</dc:title>
  <dc:subject>PptxGenJS Presentation</dc:subject>
  <dc:creator>Jimmy Alcivar &amp; Carlos Rojas</dc:creator>
  <cp:lastModifiedBy>Jaime Xavier Alcivar Castro</cp:lastModifiedBy>
  <cp:revision>5</cp:revision>
  <dcterms:created xsi:type="dcterms:W3CDTF">2026-02-12T02:51:44Z</dcterms:created>
  <dcterms:modified xsi:type="dcterms:W3CDTF">2026-02-12T23:07:46Z</dcterms:modified>
</cp:coreProperties>
</file>